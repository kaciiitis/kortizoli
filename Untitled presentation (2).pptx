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6a22db4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6a22db4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6a22db4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6a22db4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6a22db4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6a22db4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6a22db4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26a22db4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KORTIZOLI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Kate Mestere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IDEJAS IZCELŠANĀS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00250" y="1634875"/>
            <a:ext cx="6365100" cy="30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Mācību procesa laikā bieži rodas stress.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Gribēju izveidot vienkāršu rīku, lai nomierinātos.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Nosaukums “Kortizoli” saistīts ar stresa hormonu kortizolu.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PROGRAMMAS FUNKCIJAS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Parāda pozitīvas afirmācijas.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Piedāvā elpošanas vingrinājumu.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LIETOTĀS TEHNOLOĢIJAS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Python programmēšanas valoda.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Tkinter grafiskajai saskarnei.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GitHub programmas parādīšanai.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SECINĀJUMI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Iemācījos veidot GUI programmu python.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Iepazin ar GitHub izmantošanu.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Programmu nākotnē varētu papildināt ar mūziku vai statistiku.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